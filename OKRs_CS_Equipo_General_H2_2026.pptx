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deck presenta los OKRs del equipo CS de AnyMarket LATAM para H2 2026. Está construido sobre la realidad operacional del equipo, los problemas estructurales detectados y las oportunidades de crecimiento.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AnyMarket conecta a los clientes con el ecosistema de marketplaces, ERPs y plataformas. La complejidad de esta red es el contexto en el que el equipo CS opera. Entender esto es fundamental para dimensionar el rol real del CSM.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5 problemas no son exclusivos de una cartera — afectan a todos los CSMs del equipo. Son los cuellos de botella que limitan la capacidad del equipo de generar valor proactivo y proteger el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no son problemas eventuales — son patrones que se repiten en toda la cartera LATAM. Cada uno tiene un impacto directo en GMV, NPS y renovacion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conecta los problemas operacionales con el impacto en el cliente y el riesgo para el negocio de AnyMarket. Cada fila justifica directamente uno de los OKRs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Health Score es la metrica central del CS. Los KPIs son los objetivos que el equipo debe alcanzar como conjunto — no son metas individuales por CSM sino del portafolio agregado.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5 OKRs no son independientes: OKR1 es el prerequisito de todo. OKR3 protege el revenue inmediato. OKR2 justifica las renovaciones. OKR4 desbloquea los clientes invisibles. OKR5 crece sobre una base solida.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1 no es opcional. Hoy el equipo opera con informacion parcial: algunos clientes sin GMV, otros sin NPS, otros sin ultimo contacto documentado. Este OKR cierra esas brechas antes de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2 es el motor de renovacion. Si el cliente usa el 60%+ de su plan, la renovacion se justifica sola. Si usa menos del 30%, la conversacion de renovacion parte en desventaja para el CSM.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3 es el mas critico en el corto plazo. Un NPS negativo sin plan de accion documentado es un riesgo de churn activo. El protocolo CS-Soporte elimina el tiempo que el CSM pierde haciendo seguimiento de bugs que no puede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4 requiere que la Direccion asigne un PM con ownership real del proceso. CS no puede resolver los bloqueos tecnicos de migracion solo. La responsabilidad es compartida: CS gestiona la relacion, PM gestiona la ejecucion tecnica.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5 solo es posible sobre una base estable: clientes con adopcion alta, NPS positivo y operacion sin incidentes cronicos. Por eso es el ultimo en la secuencia — no el menos importante, sino el que requiere que los anteriores funcionen.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de 90 dias es secuencial por diseno. No se puede ejecutar todo al mismo tiempo. La prioridad en julio es siempre los datos y los riesgos activos. La expansion viene cuando la base esta consolidada.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no es una lista de deseos — son 3 decisiones de gestion que solo puede tomar la Direccion. El equipo CS puede ejecutar los OKRs. Lo que no puede es crear las condiciones organizacionales por si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0"/>
            <a:ext cx="2286000" cy="2286000"/>
          </a:xfrm>
          <a:prstGeom prst="ellipse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 ·  AnyMarket LATAM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del Equipo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35915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resultados clave del equipo CS para el segundo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30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 ·  Colombia  ·  Uruguay  ·  Perú  ·  México  · 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en el que opera el equipo 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y plataformas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omnicanal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788920" cy="2606040"/>
          </a:xfrm>
          <a:prstGeom prst="roundRect">
            <a:avLst>
              <a:gd name="adj" fmla="val 350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Colombia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Uruguay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México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286000"/>
            <a:ext cx="2788920" cy="2606040"/>
          </a:xfrm>
          <a:prstGeom prst="roundRect">
            <a:avLst>
              <a:gd name="adj" fmla="val 350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clave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MercadoLibre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Falabella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Ripley / Paris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Walmart / Liverpool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Amazon · TikTok Shop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286000"/>
            <a:ext cx="2788920" cy="2606040"/>
          </a:xfrm>
          <a:prstGeom prst="roundRect">
            <a:avLst>
              <a:gd name="adj" fmla="val 350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5508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/ eCommerce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SAP · Oracle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Magento · VTEX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BSale · Defontana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Softland · Shopify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APIs propias del cliente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complejidad define el rol del CS: no solo gestionar relaciones, sino dominar el ecosistema técnico y comercial del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DEL EQUIPO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problemas estructurales del CS en AnyMarket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38912" cy="713232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 incompleta de la plataforma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61872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integran AnyMarket pero no utilizan todas las funcionalidades de su plan. El uso promedio se mantiene por debajo del 60%. El cliente paga por capacidades que no aprovecha, generando riesgo de objecion en renovacion.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92224"/>
            <a:ext cx="438912" cy="713232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92224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183794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reactivo sin protocolo formal CS → Soporte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6654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SLA formal de escalacion entre CS y Soporte para incidentes criticos. Cada caso se gestiona ad-hoc. El CSM consume tiempo proactivo haciendo seguimiento de tickets que tecnicamente no puede resolver.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96896"/>
            <a:ext cx="438912" cy="713232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96896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64261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fragmentados en 5 fuentes distintas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871216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informacion del cliente esta distribuida entre AnyMarket, Zendesk, TrackSale, HubSpot y Power BI. CS no tiene vision unificada en tiempo real. Las decisiones se toman con informacion incompleta o desactualizada.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01568"/>
            <a:ext cx="438912" cy="713232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0156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447288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tecnicas sin roadmap ni ownership claro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675888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en sistemas legados no tienen un plan de migracion con responsable, fechas y criterios de exito documentados. La migracion avanza sin SLA ni visibilidad para el equipo CS ni para el cliente.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438912" cy="713232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06240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4251960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Renovaciones y expansion gestionadas de forma reactiva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480560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conversaciones de renovacion y upsell se inician cuando ya es urgente. El equipo no tiene un proceso sistematico de anticipacion. Las oportunidades de expansion se pierden por falta de seguimiento proactivo.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DOLOR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problemas mas criticos que afectan a los clientes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38912" cy="731520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04241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que no sincronizan al ERP del cliente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61872"/>
            <a:ext cx="7717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generados en marketplace no llegan al sistema ERP del cliente (SAP, Magento, BSale). El cliente pierde trazabilidad operacional. Impacto directo en facturacion, logistica y control de inventario.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10512"/>
            <a:ext cx="438912" cy="731520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186537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 APIs de marketplaces clave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84832"/>
            <a:ext cx="7717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Falabella, Ripley y MercadoLibre actualizan sus APIs con frecuencia. Los cambios generan errores de transmision que bloquean el GMV del cliente sin previo aviso. CS recibe el impacto sin poder resolverlo.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33472"/>
            <a:ext cx="438912" cy="73152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334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268833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fallidas y catalogo desincronizado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907792"/>
            <a:ext cx="7717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validacion impiden que los productos del cliente queden activos en el marketplace. El cliente pierde visibilidad y ventas sin entender por que sus publicaciones no estan activas.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56432"/>
            <a:ext cx="438912" cy="73152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5643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351129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Sincronizacion de precios incorrecta en canal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730752"/>
            <a:ext cx="7717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sincronizacion de precios falla por diferencias de formato entre ERP y marketplace. El cliente vende a precios incorrectos o pierde la publicacion por no cumplir la politica de precios del marketplace.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79392"/>
            <a:ext cx="438912" cy="73152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7939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2688" y="433425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plataforma legada sin ruta de migracion visible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553712"/>
            <a:ext cx="7717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en sistema legado no tienen visibilidad de su operacion en AnyMarket. CS no puede medir adopcion, GMV ni Health Score. La migracion bloquea el crecimiento del cliente y la gestion del CSM.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estos problemas afectan la retencion y el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0604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cliente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para AnyMarket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96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sin ERP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499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 de trazabilidad operacional y logistica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49961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negativo + riesgo de churn inmediato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2140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311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 APIs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2311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bloqueado en canal principal sin aviso previo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23113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Escalaciones de C-Level + erosion de confianza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5292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626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adopcion 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9626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ROI percibido de la plataforma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9626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 en renovacion + riesgo de no-renovar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8444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941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 sin 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36941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incompleta + incertidumbre del cliente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694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detenido + cliente sin avanzar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31596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42569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 reactiva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4256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de valor al momento de renovar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442569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 del contrato por falta de propuesta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DEL EXITO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equipo CS mide el exito en AnyMarket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del cliente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ponderacion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73152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73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¿El cliente vende?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7393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73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73152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— ¿La operacion es estable?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17627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73152" cy="292608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 UP — ¿Usa el plan completo?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57860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786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62656"/>
            <a:ext cx="73152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— ¿El cliente recomienda?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8094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64992"/>
            <a:ext cx="73152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— ¿CS esta presente?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38328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equipo — Objetivos H2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del semestre para el equipo 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renovacion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60920" y="177393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anual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212140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121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450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equipo (zona promotor)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60920" y="246888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798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 Use Points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281635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1455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en Health Verde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60920" y="31638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3163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portafolio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60920" y="351129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anticipacion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60920" y="385876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cronicos (&gt;15d)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60920" y="42062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0"/>
            <a:ext cx="2286000" cy="2286000"/>
          </a:xfrm>
          <a:prstGeom prst="ellipse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OKRs DEL EQUIPO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OKRs del equipo 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— Responden directamente a los problemas diagnosticados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1600200" cy="324612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Completa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cartera con datos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· NPS · Tickets · Contacto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594360" cy="59436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39112" y="1481328"/>
            <a:ext cx="1600200" cy="324612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4813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18470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30552" y="24505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UP: promedio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&lt;60% → &gt;60%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42032" y="3310128"/>
            <a:ext cx="594360" cy="594360"/>
          </a:xfrm>
          <a:prstGeom prst="ellipse">
            <a:avLst/>
          </a:prstGeom>
          <a:solidFill>
            <a:srgbClr val="0F9B8E">
              <a:alpha val="20000"/>
            </a:srgbClr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58184" y="1481328"/>
            <a:ext cx="1600200" cy="324612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4813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18470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9624" y="24505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detractores sin plan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 &gt;95%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61104" y="3310128"/>
            <a:ext cx="594360" cy="5943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77256" y="1481328"/>
            <a:ext cx="1600200" cy="324612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14813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18470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68696" y="24505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migracion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roadmap y PM asignada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0176" y="3310128"/>
            <a:ext cx="594360" cy="59436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196328" y="1481328"/>
            <a:ext cx="1600200" cy="324612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96328" y="14813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18470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87768" y="24505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+ nuevos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+ AnyTools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99248" y="3310128"/>
            <a:ext cx="594360" cy="59436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OKR responde a un problema estructural del equipo. No son metas individuales — son compromisos del equipo CS como unidad.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1 — VISIBILIDAD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Completa de la Cartera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el equipo CS pueda calcular un Health Score confiable para el 100% de los clientes activos.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actualizado en Power BI para el 100% de los clientes activos en AnyMarket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GMV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924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BI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04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actualizado desde TrackSale para el 100% de la cartera activa antes de agosto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4780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 contacto documentado en HubSpot para el 100% de clientes activos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2735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calculable para el 100% de la cartera con todos los datos disponibles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69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Lead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completos no hay gestion posible. Este OKR es el prerequisito de todos los demas — si no sabemos como esta el cliente, no podemos actuar.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2 — ADOPCION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 y Adopcion de la Plataforma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Subir el promedio de adopcion de Use Points del portafolio activo por encima del 60%.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2.1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clientes con Use Points en nivel critico (&lt;15%) sin plan de activacion documentado en HubSpot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924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2.2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04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el numero de clientes en nivel ALTO de adopcion (&gt;70% UP consumidos) al cierre de H2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4780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ALTO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2.3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activacion documentado en base a mejores performers y replicado en 3 cuentas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2735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playbook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Lead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2.4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tickets de soporte de tipo 'como se hace' en un 30% mediante enablement proactivo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69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 how-to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Soporte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que no usa el plan completo no percibe el ROI de AnyMarket. La baja adopcion es la primera causa de objeciones en renovacion y la principal oportunidad de mejora del equipo.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3 — RETENCION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 y Recuperacion de Detractores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Proteger la renovacion y recuperar la confianza de clientes con NPS negativo o en riesgo.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3.1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Recovery Plan documentado y activo en HubSpot para cada cuenta con NPS negativo — primera accion en menos de 5 dias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activo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924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resp.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3.2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04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formal CS → Soporte para incidentes criticos con SLA de escalacion menor a 4 horas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4780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4h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Soporte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3.3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tickets del portafolio CS con mas de 15 dias abiertos sin follow-up documentado por 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2735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cronicos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3.4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renovaciones del H2 iniciadas con minimo 90 dias de anticipacion a la fecha de vencimiento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69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Comercial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FEF9C3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recuperar un detractor es 5x mayor que el de mantener un promotor. Actuar en menos de 5 dias de recibir un NPS negativo es la diferencia entre retener y perder al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4 — MIGRACION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 Centry → AnyMarket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el 100% de los clientes en plataforma legada tengan un roadmap activo con responsable y fechas.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4.1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migracion documentado y activo para cada cliente en sistema legado — con hitos, fechas y criterios de exito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activo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924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PM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4.2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04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asignada con ownership formal del proceso de migracion para cada cuenta en Centry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4780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asignada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4.3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tecnicos (marketplaces, integraciones, ERP) escalados a Producto con SLA de respuesta documentado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2735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Producto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PM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4.4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migraciones detenidas mas de 30 dias sin actualizacion documentada de causa raiz y plan de accion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69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pausadas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PM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en migracion son los mas vulnerables del portafolio: no tienen visibilidad, no generan datos y no pueden ser gestionados proactivamente. Cada dia de bloqueo es un dia de riesgo.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5 — EXPANSION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de Revenue y Nuevos Canales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Generar expansion de ingresos real usando el portafolio de productos y marketplaces disponibles.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5.1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oportunidades de expansion documentado para el 100% de la cartera (AnyTools, marketplaces nuevos, TikTok Shop)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mapeado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924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5.2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04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al menos 1 oportunidad de upsell por CSM en H2 (AnyTools: Repricing, Predize, WinnerBox o similar)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4780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upsell/CSM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Comercial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5.3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al menos 1 marketplace nuevo por cliente con potencial identificado y apetito confirmado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2735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MKP nuevo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5.4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 valor presentado en el 100% de las reuniones de renovacion del H2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69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QBR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expansion no se cierra en el momento de la renovacion — se construye durante el semestre. El mapa de oportunidades al inicio del H2 define el pipeline de expansion al final.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EJECUCION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ejecutamos los OKRs — Plan 90 dias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834640" cy="3794760"/>
          </a:xfrm>
          <a:prstGeom prst="roundRect">
            <a:avLst>
              <a:gd name="adj" fmla="val 3226"/>
            </a:avLst>
          </a:prstGeom>
          <a:solidFill>
            <a:srgbClr val="EFF6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— Semanas 1-4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142646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26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1 + OKR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datos faltantes: GMV, NPS, ultimo contacto para 100% cartera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Recovery Plan activo para cada cuenta con NPS negativo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27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CS → Soporte definido y comunicado al equipo de soporte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85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migracion documentado para cada cliente en Centry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005840"/>
            <a:ext cx="2834640" cy="3794760"/>
          </a:xfrm>
          <a:prstGeom prst="roundRect">
            <a:avLst>
              <a:gd name="adj" fmla="val 3226"/>
            </a:avLst>
          </a:prstGeom>
          <a:solidFill>
            <a:srgbClr val="F0FD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0058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— Semanas 5-8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142646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426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1 + OKR 2 + OKR 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883664"/>
            <a:ext cx="109728" cy="109728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810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calculable para el 100% de clientes activos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542032"/>
            <a:ext cx="109728" cy="109728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468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activacion activo para cada cliente con adopcion critica (&lt;15%)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200400"/>
            <a:ext cx="109728" cy="109728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127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ronda de QBRs con cuentas ALTO riesgo (NPS negativo + baja adopcion)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3858768"/>
            <a:ext cx="109728" cy="109728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785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actualizacion de status de migracion por cuenta en HubSpot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1005840"/>
            <a:ext cx="2834640" cy="3794760"/>
          </a:xfrm>
          <a:prstGeom prst="roundRect">
            <a:avLst>
              <a:gd name="adj" fmla="val 3226"/>
            </a:avLst>
          </a:prstGeom>
          <a:solidFill>
            <a:srgbClr val="F0FDF4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0058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— Semanas 9-12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142646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1426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2 + OKR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18836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810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completo de oportunidades de expansion documentado por cartera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5420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468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conversaciones de renovacion H2 iniciadas (contratos Q4)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2004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127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adopcion validado y replicado en al menos 3 cuentas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8587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785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 expansion preparado para cuentas con apetito confirmado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importa: sin datos (julio) no hay gestion posible. Sin retencion (agosto) no hay base para crecer. Sin adopcion y expansion (septiembre) no hay renovacion justificada.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0"/>
            <a:ext cx="2286000" cy="2286000"/>
          </a:xfrm>
          <a:prstGeom prst="ellipse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EQUIPO NECESITA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decisiones que la Direccion debe tomar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6184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15568" y="150876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 la visibilidad de datos — invertir en consolidar las 5 fuentes en un dashboard unificado para que CS pueda actuar con informacion completa en tiempo real.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6974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15568" y="258775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con ownership formal de migraciones — sin un responsable tecnico asignado con autoridad y SLA, los clientes en Centry seguiran bloqueados indefinidamente.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575304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628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77647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15568" y="3666744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CS-Soporte con SLA formal — definir y comunicar el proceso de escalacion para incidentes criticos. CS no puede resolver bugs de plataforma: necesita un canal rapido y efectivo.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CS tiene la metodologia, la voluntad y el portafolio para cumplir estos OKRs. Lo que necesita es que la organizacion cree las condiciones para hacerlo.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OKRs Equipo CS AnyMarket LATAM H2 2026</dc:title>
  <dc:subject>PptxGenJS Presentation</dc:subject>
  <dc:creator>CS AnyMarket LATAM</dc:creator>
  <cp:lastModifiedBy>CS AnyMarket LATAM</cp:lastModifiedBy>
  <cp:revision>1</cp:revision>
  <dcterms:created xsi:type="dcterms:W3CDTF">2026-07-10T14:24:59Z</dcterms:created>
  <dcterms:modified xsi:type="dcterms:W3CDTF">2026-07-10T14:24:59Z</dcterms:modified>
</cp:coreProperties>
</file>